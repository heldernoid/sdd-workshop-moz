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411480" cy="41148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Spec-Driven Development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opencode, codex (e Claude Code)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EF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+ comunidade. Aprende ao teu ritmo, com apoio.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aberto. Para programadores e estudantes em Moçambique.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é que este workshop existe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6576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468880"/>
            <a:ext cx="457200" cy="45720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23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toda gente que usa IA para programar começa com prompts soltos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3200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é código sem direcção, dívida técnica desde o primeiro dia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023360"/>
            <a:ext cx="457200" cy="45720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 entre amador e profissional é especificar PRIMEIRO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4800600"/>
            <a:ext cx="457200" cy="45720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754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 aprendemos o fluxo: spec primeiro, código depois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51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Dois LLMs: arquitecto e executor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6576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468880"/>
            <a:ext cx="52120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468880"/>
            <a:ext cx="5212080" cy="73152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(chat), ChatGPT, Gemini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68680" y="36576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Conversas iterativas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perguntas, refina contexto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DESIGN, ARCHITECTURE, PLAN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mocks HTML para validação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6492240" y="2468880"/>
            <a:ext cx="52120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92240" y="2468880"/>
            <a:ext cx="5212080" cy="7315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672084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20840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Code, opencode, codex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720840" y="36576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a pasta inteira de specs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os ficheiros .md por ordem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 parte a parte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Pára em cada Checkpoint para revisão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51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Anatomia de um spec-kit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6576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377440"/>
            <a:ext cx="53949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377440"/>
            <a:ext cx="73152" cy="8229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27614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curtas para o agente. É a primeira coisa lida.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377440"/>
            <a:ext cx="53949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2377440"/>
            <a:ext cx="73152" cy="8229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ARCHITECTURE.md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7614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Stack, estrutura de pastas, modelo de dados, APIs.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37560"/>
            <a:ext cx="53949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337560"/>
            <a:ext cx="73152" cy="8229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410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DESIGN.md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37216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paleta, tipografia, componentes.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3337560"/>
            <a:ext cx="53949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9360" y="3337560"/>
            <a:ext cx="73152" cy="8229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410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DESIGN-SPECS.md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537960" y="37216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detalhadas por vista, ligadas aos mocks.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297680"/>
            <a:ext cx="53949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297680"/>
            <a:ext cx="73152" cy="8229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43708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PLAN.md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68680" y="46817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por Parts, cada uma com Checkpoint.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4297680"/>
            <a:ext cx="53949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09360" y="4297680"/>
            <a:ext cx="73152" cy="8229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9" name="Text 27"/>
          <p:cNvSpPr/>
          <p:nvPr/>
        </p:nvSpPr>
        <p:spPr>
          <a:xfrm>
            <a:off x="6537960" y="43708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design-mocks/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537960" y="46817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self-contained, navegáveis entre si.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5257800"/>
            <a:ext cx="53949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5257800"/>
            <a:ext cx="73152" cy="8229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3309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sample-data/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68680" y="56418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realistas para dev offline.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309360" y="5257800"/>
            <a:ext cx="53949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09360" y="5257800"/>
            <a:ext cx="73152" cy="8229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7" name="Text 35"/>
          <p:cNvSpPr/>
          <p:nvPr/>
        </p:nvSpPr>
        <p:spPr>
          <a:xfrm>
            <a:off x="6537960" y="53309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skills/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537960" y="56418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estruturado reutilizável.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51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aproveitar este material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6576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468880"/>
            <a:ext cx="1554480" cy="548640"/>
          </a:xfrm>
          <a:prstGeom prst="rect">
            <a:avLst/>
          </a:prstGeom>
          <a:solidFill>
            <a:srgbClr val="FEF3C7"/>
          </a:solidFill>
          <a:ln w="6350">
            <a:solidFill>
              <a:srgbClr val="FDEBB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68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VÍDEO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77440" y="2468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 com capítulos no YouTube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154680"/>
            <a:ext cx="1554480" cy="548640"/>
          </a:xfrm>
          <a:prstGeom prst="rect">
            <a:avLst/>
          </a:prstGeom>
          <a:solidFill>
            <a:srgbClr val="FEF3C7"/>
          </a:solidFill>
          <a:ln w="6350">
            <a:solidFill>
              <a:srgbClr val="FDEBB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1546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377440" y="31546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Specs, skills, mocks, dados — tudo aberto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1554480" cy="548640"/>
          </a:xfrm>
          <a:prstGeom prst="rect">
            <a:avLst/>
          </a:prstGeom>
          <a:solidFill>
            <a:srgbClr val="FEF3C7"/>
          </a:solidFill>
          <a:ln w="6350">
            <a:solidFill>
              <a:srgbClr val="FDEB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840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WHATSAPP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77440" y="3840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Comunidade, dúvidas, partilha de projectos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4526280"/>
            <a:ext cx="1554480" cy="548640"/>
          </a:xfrm>
          <a:prstGeom prst="rect">
            <a:avLst/>
          </a:prstGeom>
          <a:solidFill>
            <a:srgbClr val="FEF3C7"/>
          </a:solidFill>
          <a:ln w="6350">
            <a:solidFill>
              <a:srgbClr val="FDEBB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5262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 KEY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377440" y="45262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limitado anunciado no grupo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0080" y="5212080"/>
            <a:ext cx="1554480" cy="548640"/>
          </a:xfrm>
          <a:prstGeom prst="rect">
            <a:avLst/>
          </a:prstGeom>
          <a:solidFill>
            <a:srgbClr val="FEF3C7"/>
          </a:solidFill>
          <a:ln w="6350">
            <a:solidFill>
              <a:srgbClr val="FDEBB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212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LLAMACPP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377440" y="52120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partilhado em janelas anunciadas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51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LlamaCPP: o brain local do workshop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6576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LlamaCPP partilhado via Cloudflare tunnel, em janelas anunciadas no grupo.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Compatível com OpenAI Chat Completions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modelo apenas, partilhado entre utilizadores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sequenciais, não paralelos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 quando disponível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Anúncios e horários no grupo de WhatsApp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0" y="2468880"/>
            <a:ext cx="4389120" cy="3657600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0" y="2606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D4A0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498080" y="3017520"/>
            <a:ext cx="4114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LLM_PROVIDER=local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EF3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WORKSHOP_LLM_BASE_URL=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https://abc.trycloudflare.com/v1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4A0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/chat/completions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7E5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{"messages":[...],"max_tokens":256}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51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OpenRouter: para iterar em casa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6576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os teus projectos pessoais e portfolios, usa a tua conta OpenRouter.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Centenas de modelos numa só API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recomendado: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mistralai/ministral-14b-2512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Custos típicos abaixo de 0.20 USD por projecto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temporária para experimentar, anunciada no grupo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0" y="2468880"/>
            <a:ext cx="4389120" cy="3657600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0" y="2606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D4A0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498080" y="3017520"/>
            <a:ext cx="4114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OPENROUTER_API_KEY=sk-or-v1-...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EF3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OPENROUTER_MODEL=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mistralai/ministral-14b-2512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4A0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openrouter.ai/api/v1/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4A0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chat/completions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7E5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Authorization: Bearer $KEY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51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Dados do Banco de Moçambique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6576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77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endpoints públicos. Sem autenticação. Apenas XML.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/bmapi/exchangerates/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303520" y="3017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Câmbio diário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601200" y="3063240"/>
            <a:ext cx="182880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0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moedas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474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/bmapi/exchangerates-weekly/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303520" y="3474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Câmbio últimos 5 dias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0" y="3520440"/>
            <a:ext cx="182880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datas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931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/bmapi/exchangerates-monthly/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0" y="39319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Câmbio últimos ~24 dias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601200" y="3977640"/>
            <a:ext cx="182880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0" y="3977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datas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/bmapi/inflation-rates/monthly/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03520" y="4389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Inflação mensal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601200" y="4434840"/>
            <a:ext cx="182880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var. M-1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4846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/bmapi/inflation-rates/yearly/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03520" y="4846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Inflação homóloga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601200" y="4892040"/>
            <a:ext cx="182880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7" name="Text 25"/>
          <p:cNvSpPr/>
          <p:nvPr/>
        </p:nvSpPr>
        <p:spPr>
          <a:xfrm>
            <a:off x="960120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var. 12m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303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/bmapi/interest-rates/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03520" y="5303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Mimo, FPC, FPD, Prime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601200" y="5349240"/>
            <a:ext cx="182880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0" y="5349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snapshot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" y="5760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/bmapi/pib/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303520" y="5760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trimestral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601200" y="5806440"/>
            <a:ext cx="182880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35" name="Text 33"/>
          <p:cNvSpPr/>
          <p:nvPr/>
        </p:nvSpPr>
        <p:spPr>
          <a:xfrm>
            <a:off x="9601200" y="5806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YYYYTN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51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Nove skills no pacote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6576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468880"/>
            <a:ext cx="73152" cy="41148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468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BRAIN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68680" y="2971800"/>
            <a:ext cx="2606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971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llm-openrouter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11880" y="2971800"/>
            <a:ext cx="2606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49040" y="2971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llm-llamacpp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55080" y="2971800"/>
            <a:ext cx="2606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2971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llm-prompting-patterns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49040"/>
            <a:ext cx="73152" cy="41148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49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MOZ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" y="4251960"/>
            <a:ext cx="2606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251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bcm-data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11880" y="4251960"/>
            <a:ext cx="2606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49040" y="4251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nuit-validation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55080" y="4251960"/>
            <a:ext cx="2606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251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irps-calculator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98280" y="4251960"/>
            <a:ext cx="2606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0" y="4251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mzn-formatting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5029200"/>
            <a:ext cx="73152" cy="411480"/>
          </a:xfrm>
          <a:prstGeom prst="rect">
            <a:avLst/>
          </a:prstGeom>
          <a:solidFill>
            <a:srgbClr val="C13515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029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13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68680" y="5532120"/>
            <a:ext cx="2606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5840" y="5532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spec-kit-pattern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11880" y="5532120"/>
            <a:ext cx="2606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5532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metical-design-system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51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411480" cy="41148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projectos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-1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seis categorias</a:t>
            </a:r>
            <a:endParaRPr lang="en-US" sz="5600" dirty="0"/>
          </a:p>
        </p:txBody>
      </p:sp>
      <p:sp>
        <p:nvSpPr>
          <p:cNvPr id="6" name="Shape 4"/>
          <p:cNvSpPr/>
          <p:nvPr/>
        </p:nvSpPr>
        <p:spPr>
          <a:xfrm>
            <a:off x="640080" y="4023360"/>
            <a:ext cx="3657600" cy="1188720"/>
          </a:xfrm>
          <a:prstGeom prst="rect">
            <a:avLst/>
          </a:prstGeom>
          <a:solidFill>
            <a:srgbClr val="292524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160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926080" y="41605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45262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públicos do Banco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0" y="4023360"/>
            <a:ext cx="3657600" cy="1188720"/>
          </a:xfrm>
          <a:prstGeom prst="rect">
            <a:avLst/>
          </a:prstGeom>
          <a:solidFill>
            <a:srgbClr val="292524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4160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Pessoais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0" y="41605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7-15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63440" y="45262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 pequenos negócios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321040" y="4023360"/>
            <a:ext cx="3657600" cy="1188720"/>
          </a:xfrm>
          <a:prstGeom prst="rect">
            <a:avLst/>
          </a:prstGeom>
          <a:solidFill>
            <a:srgbClr val="292524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4160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607040" y="41605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16-23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503920" y="45262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Línguas e estudo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5394960"/>
            <a:ext cx="3657600" cy="1188720"/>
          </a:xfrm>
          <a:prstGeom prst="rect">
            <a:avLst/>
          </a:prstGeom>
          <a:solidFill>
            <a:srgbClr val="292524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532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926080" y="55321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24-30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" y="58978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Freelancing e gestão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480560" y="5394960"/>
            <a:ext cx="3657600" cy="1188720"/>
          </a:xfrm>
          <a:prstGeom prst="rect">
            <a:avLst/>
          </a:prstGeom>
          <a:solidFill>
            <a:srgbClr val="292524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5532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66560" y="55321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31-36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63440" y="58978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Localização Moz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321040" y="5394960"/>
            <a:ext cx="3657600" cy="1188720"/>
          </a:xfrm>
          <a:prstGeom prst="rect">
            <a:avLst/>
          </a:prstGeom>
          <a:solidFill>
            <a:srgbClr val="292524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5532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607040" y="55321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37-40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03920" y="58978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para programadores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51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Macroeconómico de Moçambique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Indicadores-chave da economia moçambicana num só ecrã: câmbio MZN/USD, taxa Mimo, inflação homóloga, e variação trimestral do PIB. Cada indicador tem sparkline e badge de variação.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XMLs do BCM (4 endpoints)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92440" y="1463040"/>
            <a:ext cx="1600200" cy="219456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83880" y="153619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MZN/USD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183880" y="173736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64.54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784080" y="1463040"/>
            <a:ext cx="1600200" cy="219456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0" y="153619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875520" y="173736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9.25%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092440" y="3749040"/>
            <a:ext cx="1600200" cy="219456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83880" y="382219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INFLAÇÃO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183880" y="402336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3.37%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784080" y="3749040"/>
            <a:ext cx="1600200" cy="219456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75520" y="382219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Q3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75520" y="402336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-0.85%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51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Calculadora de Empréstimo com Prime Rate Real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Utilizador insere valor, prazo e spread; aplicação calcula prestação mensal usando a Prime Rate actual do BCM como base. Mostra tabela de amortização e total de juros.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interest-rates.xml do BCM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PRESTAÇÃO MENSAL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38160" y="1828800"/>
            <a:ext cx="3291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8 425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138160" y="5715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MT, 36 meses, Prime 15.5%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51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Comparador de Inflação Mensal vs Homóloga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que sobrepõe inflação mensal e homóloga num único eixo temporal. Permite ver quando os dois divergem. Útil para jornalistas e estudantes de economia.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inflation-monthly + inflation-yearly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463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Inflação 12 meses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38160" y="4123944"/>
            <a:ext cx="411480" cy="-374904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49640" y="3749040"/>
            <a:ext cx="411480" cy="187452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61120" y="3936492"/>
            <a:ext cx="411480" cy="-562356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72600" y="3374136"/>
            <a:ext cx="411480" cy="187452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84080" y="3561588"/>
            <a:ext cx="411480" cy="-562356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195560" y="2999232"/>
            <a:ext cx="411480" cy="187452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07040" y="3186684"/>
            <a:ext cx="411480" cy="562356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18520" y="3749040"/>
            <a:ext cx="411480" cy="187452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365992" y="3872484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8160" y="5715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3.37%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51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Alerta de Variação Cambial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MZN/USD actual e calcula variação % vs semana anterior. Quando passa um limiar configurável, mostra banner de destaque.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exchangerates-weekly.xml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VARIAÇÃO 5D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38160" y="1828800"/>
            <a:ext cx="3291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+0.42%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138160" y="5715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subiu vs MT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51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Visualizador de Recessão Trimestral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focada no PIB com barras coloridas: verde positivo, vermelho negativo. Destaca períodos de recessão técnica (dois trimestres negativos consecutivos).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pib.xml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463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trimestral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38160" y="3374136"/>
            <a:ext cx="548640" cy="-374904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0" y="2999232"/>
            <a:ext cx="548640" cy="749808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235440" y="3749040"/>
            <a:ext cx="548640" cy="749808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4080" y="4498848"/>
            <a:ext cx="548640" cy="374904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32720" y="4873752"/>
            <a:ext cx="548640" cy="-187452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881360" y="4686300"/>
            <a:ext cx="548640" cy="-187452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65992" y="4434840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38160" y="5715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-0.85% Q3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51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Conversor MZN com Histórico de 1 Ano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 do metical-lab com vista de 1 ano em gráfico de área. Discute como agendar cron job para acumular histórico real para além dos 24 dias do BCM.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exchangerates-monthly + JSON local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38160" y="1508760"/>
            <a:ext cx="3291840" cy="219456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1554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0" y="17830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138160" y="3794760"/>
            <a:ext cx="3291840" cy="2194560"/>
          </a:xfrm>
          <a:prstGeom prst="rect">
            <a:avLst/>
          </a:prstGeom>
          <a:solidFill>
            <a:srgbClr val="FEF3C7"/>
          </a:solidFill>
          <a:ln w="6350">
            <a:solidFill>
              <a:srgbClr val="FDEBB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3840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MZN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229600" y="40690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6 454.00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51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Gerador de Facturas com NUIT e IVA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com dados de cliente (nome, NUIT formatado), itens, calcula IVA 17% (taxa Moz), e exporta PDF. Histórico em localStorage.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+ jspdf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138160" y="1691640"/>
            <a:ext cx="3291840" cy="84582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1312" y="1691640"/>
            <a:ext cx="3200400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Empresa Lda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138160" y="26289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NUIT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811780"/>
            <a:ext cx="3291840" cy="84582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2811780"/>
            <a:ext cx="3200400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123 456 789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138160" y="374904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138160" y="3931920"/>
            <a:ext cx="3291840" cy="84582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11312" y="3931920"/>
            <a:ext cx="3200400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23 400.00 MT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4914900"/>
            <a:ext cx="3291840" cy="9372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5" name="Text 23"/>
          <p:cNvSpPr/>
          <p:nvPr/>
        </p:nvSpPr>
        <p:spPr>
          <a:xfrm>
            <a:off x="8138160" y="4914900"/>
            <a:ext cx="32918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PDF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51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Validador e Formatador de NUIT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★☆☆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o NUIT moçambicano (9 dígitos), formata como XXX XXX XXX, e identifica tipo de contribuinte pelo primeiro dígito.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regras AT Moz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NUIT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138160" y="1691640"/>
            <a:ext cx="3291840" cy="121920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1312" y="1691640"/>
            <a:ext cx="3200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123 456 789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138160" y="300228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3185160"/>
            <a:ext cx="3291840" cy="121920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3185160"/>
            <a:ext cx="3200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Pessoa singular nacional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541520"/>
            <a:ext cx="3291840" cy="1310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2" name="Text 20"/>
          <p:cNvSpPr/>
          <p:nvPr/>
        </p:nvSpPr>
        <p:spPr>
          <a:xfrm>
            <a:off x="8138160" y="4541520"/>
            <a:ext cx="3291840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51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Calculadora de IRPS Moçambicano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Insere salário bruto; calcula IRPS por escalão, segurança social 3%, e mostra líquido. Mostra cálculo decomposto.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tabelas IRPS Moz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 LÍQUIDO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38160" y="1828800"/>
            <a:ext cx="3291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23 375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138160" y="5715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MT, bruto 25 000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51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Tracker de Despesas em Meticais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Adiciona despesas com categoria, data, valor; vê totais por mês e categoria com gráfico de pizza. Sem backend.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localStorage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Alimentação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509760" y="1463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8 200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2968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2987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09760" y="2987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3 100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4492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4511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509760" y="4511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15 000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51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Conversor de Combustível: Litros para Meticais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★☆☆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 custo total de viagem dada distância em km, consumo em L/100km, e preço actual do combustível. Presets para gasolina e gasóleo.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preços recentes Moz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ESTIMADO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38160" y="1828800"/>
            <a:ext cx="3291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1 240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138160" y="5715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MT, 200 km a 8 L/100km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51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Gestor de Xitique Digital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grupos de xitique: regista membros, valor da contribuição, calendário de quem recebe quando, e acompanha pagamentos.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+ SQLite ou localStorage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 - Jan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509760" y="1463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10 000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2968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2987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- Fev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09760" y="2987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10 000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4492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4511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- Mar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509760" y="4511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Pendente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51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Tracker de Horas Freelancer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Cronómetro com Iniciar/Parar; cada sessão regista cliente, projecto, descrição, duração. Calcula faturação à taxa horária definida.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localStorage + dayjs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ESTA SEMANA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38160" y="1828800"/>
            <a:ext cx="3291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27.5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138160" y="5715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27 500 MT à taxa actual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51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Calculadora de Taxa Cambial Justa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alguém te paga em USD ou EUR via PayPal/Wise, mostra quanto deverias receber em MT à taxa real do BCM, e compara com o que cada plataforma oferece.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exchangerates.xml + spreads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BCM oficial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509760" y="1463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64.54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2968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2987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09760" y="2987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63.12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4492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4511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509760" y="4511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61.88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51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Conversor de Unidades para Construção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★☆☆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obras moçambicanas mistura-se m, m², m³, sacos de cimento, latas de tinta. App converte entre estas unidades dadas dimensões.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constantes (1 saco = 50kg, etc)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138160" y="1691640"/>
            <a:ext cx="3291840" cy="121920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1312" y="1691640"/>
            <a:ext cx="3200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120 m²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138160" y="300228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CIMENTO NECESSÁRIO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3185160"/>
            <a:ext cx="3291840" cy="121920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3185160"/>
            <a:ext cx="3200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sacos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541520"/>
            <a:ext cx="3291840" cy="1310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2" name="Text 20"/>
          <p:cNvSpPr/>
          <p:nvPr/>
        </p:nvSpPr>
        <p:spPr>
          <a:xfrm>
            <a:off x="8138160" y="4541520"/>
            <a:ext cx="3291840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51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 de História de Moçambique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50 perguntas de escolha múltipla sobre datas-chave (independência, guerra civil, Acordos de Roma, presidências), com pontuação e explicações.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com pesquisa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P5/50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138160" y="1691640"/>
            <a:ext cx="3291840" cy="121920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1312" y="1691640"/>
            <a:ext cx="3200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Quando foi a independência?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138160" y="300228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3185160"/>
            <a:ext cx="3291840" cy="121920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3185160"/>
            <a:ext cx="3200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de Junho de 1975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541520"/>
            <a:ext cx="3291840" cy="1310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2" name="Text 20"/>
          <p:cNvSpPr/>
          <p:nvPr/>
        </p:nvSpPr>
        <p:spPr>
          <a:xfrm>
            <a:off x="8138160" y="4541520"/>
            <a:ext cx="3291840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51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Flashcards Português-Changana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 flashcards com spaced repetition (intervalo cresce com acertos). 100-200 palavras frequentes em Changana com tradução PT.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JSON; Changana.net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38160" y="1508760"/>
            <a:ext cx="2743200" cy="140208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1508760"/>
            <a:ext cx="256032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em Changana: obrigado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686800" y="3002280"/>
            <a:ext cx="2743200" cy="1402080"/>
          </a:xfrm>
          <a:prstGeom prst="rect">
            <a:avLst/>
          </a:prstGeom>
          <a:solidFill>
            <a:srgbClr val="FEF3C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0" y="3002280"/>
            <a:ext cx="256032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kanimambo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38160" y="4495800"/>
            <a:ext cx="2743200" cy="140208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4495800"/>
            <a:ext cx="256032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Correcto. Próximo em 3 dias.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51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Tabuada Interactiva para Crianças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★☆☆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infantil que pede multiplicações aleatórias com feedback imediato visual e sonoro. Modo competição: quantas acertas em 1 minuto?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geração aleatória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É?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38160" y="1828800"/>
            <a:ext cx="3291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× 8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138160" y="5715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Tempo: 0:42 - Acertos: 18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51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Conversor de Notas SNE para ECTS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★☆☆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estudantes que vão fazer Erasmus ou candidaturas internacionais: converte notas do Sistema Nacional de Educação (0-20) para ECTS (A-F) e GPA americano (0-4.0).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tabelas de equivalência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463040"/>
            <a:ext cx="1371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SNE: 17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509760" y="1463040"/>
            <a:ext cx="19202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ECTS: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3730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3749040"/>
            <a:ext cx="1371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SNE: 17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09760" y="3749040"/>
            <a:ext cx="19202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GPA: 3.7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51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Calculadora de Média Ponderada Universitária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Estudante introduz disciplinas (nome, créditos, nota), calcula média ponderada e simula impacto de notas futuras ("se tirar 16 a Cálculo, fico com média X").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+ localStorage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ACTUAL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38160" y="1828800"/>
            <a:ext cx="3291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14.2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138160" y="5715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semestre: alvo 15.0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51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Vocabulário Inglês para Estudantes Moz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Vocabulário académico que aparece em provas (TOEFL, IELTS) e acesso ao ensino superior. Mostra palavra, exemplo, e pede tradução.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200-500 palavras com nível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38160" y="1508760"/>
            <a:ext cx="2743200" cy="140208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1508760"/>
            <a:ext cx="256032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Translate: ubiquitous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686800" y="3002280"/>
            <a:ext cx="2743200" cy="1402080"/>
          </a:xfrm>
          <a:prstGeom prst="rect">
            <a:avLst/>
          </a:prstGeom>
          <a:solidFill>
            <a:srgbClr val="FEF3C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0" y="3002280"/>
            <a:ext cx="256032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omnipresente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38160" y="4495800"/>
            <a:ext cx="2743200" cy="140208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4495800"/>
            <a:ext cx="256032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Correct. Level: C1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51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Glossário de Termos Económicos PT-MZ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procurável com termos económicos explicados em português moçambicano simples. Cada termo tem definição, exemplo Moz, e equivalente em inglês.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com 50 termos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Inflação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509760" y="1463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Aumento geral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2968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2987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09760" y="2987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Taxa BCM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4492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4511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509760" y="4511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Taxa de banca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51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 de Geografia Moçambicana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★☆☆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mapa de Moz e pede para identificar províncias, capitais, e rios principais.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SVG mapa + dados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P3/11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138160" y="1691640"/>
            <a:ext cx="3291840" cy="121920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1312" y="1691640"/>
            <a:ext cx="3200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Capital de Cabo Delgado?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138160" y="300228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3185160"/>
            <a:ext cx="3291840" cy="121920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3185160"/>
            <a:ext cx="3200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Pemba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541520"/>
            <a:ext cx="3291840" cy="1310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2" name="Text 20"/>
          <p:cNvSpPr/>
          <p:nvPr/>
        </p:nvSpPr>
        <p:spPr>
          <a:xfrm>
            <a:off x="8138160" y="4541520"/>
            <a:ext cx="3291840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51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Templates de Contratos para Freelancers Moz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 templates editáveis (prestação de serviços, NDA, parceria) adaptados ao contexto legal moçambicano. Utilizador preenche e descarrega em PDF/Word.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templates redigidos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138160" y="1691640"/>
            <a:ext cx="3291840" cy="121920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1312" y="1691640"/>
            <a:ext cx="3200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Prestação de serviços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138160" y="300228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3185160"/>
            <a:ext cx="3291840" cy="121920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3185160"/>
            <a:ext cx="3200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50 000 MT/mês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541520"/>
            <a:ext cx="3291840" cy="1310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2" name="Text 20"/>
          <p:cNvSpPr/>
          <p:nvPr/>
        </p:nvSpPr>
        <p:spPr>
          <a:xfrm>
            <a:off x="8138160" y="4541520"/>
            <a:ext cx="3291840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contrato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51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Calculadora de Pricing para Freelancers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Insere despesas mensais, horas que quer trabalhar, margem desejada. App calcula taxa horária mínima sustentável em MZN e USD.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+ BCM proxy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MÍNIMA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38160" y="1828800"/>
            <a:ext cx="3291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850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138160" y="5715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MT/hora ou ~13 USD/hora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51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Gestor Simples de Stock para Pequeno Comércio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produtos com nome, quantidade, preço de custo, preço de venda, alerta visual de stock baixo. Histórico de movimentos.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SQLite ou localStorage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Coca-Cola 1L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509760" y="1463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un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2968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2987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Pão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09760" y="2987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un - alerta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4492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4511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Arroz 5kg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509760" y="4511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un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51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Comparador de Internet em Moz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comparativa Tmcel, Vodacom, Movitel: GB, preço, validade, custo por GB. Mostra "melhor para ti" com base em quantos GB usas/mês.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tabelas hard-coded ou scraping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Operadora    MT/GB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38160" y="1737360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38160" y="1783080"/>
            <a:ext cx="164592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Vodacom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784080" y="1783080"/>
            <a:ext cx="164592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38160" y="3215640"/>
            <a:ext cx="164592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Tmcel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784080" y="3215640"/>
            <a:ext cx="164592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10.00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138160" y="4648200"/>
            <a:ext cx="164592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Movitel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784080" y="4648200"/>
            <a:ext cx="164592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11.20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51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Gerador de Recibos de Renda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★☆☆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senhorios pequenos: formulário com nome do inquilino, mês, valor, gera PDF com recibo formal.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+ jspdf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INQUILINO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138160" y="1691640"/>
            <a:ext cx="3291840" cy="84582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1312" y="1691640"/>
            <a:ext cx="3200400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Carlos M.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138160" y="26289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811780"/>
            <a:ext cx="3291840" cy="84582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2811780"/>
            <a:ext cx="3200400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Abril 2026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138160" y="374904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138160" y="3931920"/>
            <a:ext cx="3291840" cy="84582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11312" y="3931920"/>
            <a:ext cx="3200400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8 500 MT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4914900"/>
            <a:ext cx="3291840" cy="9372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5" name="Text 23"/>
          <p:cNvSpPr/>
          <p:nvPr/>
        </p:nvSpPr>
        <p:spPr>
          <a:xfrm>
            <a:off x="8138160" y="4914900"/>
            <a:ext cx="32918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recibo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51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Tracker de Comissões de Mukheristas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vendedores ambulantes/mukheristas: regista venda (item, valor, comissão %), calcula totais diários e mensais.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+ localStorage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509760" y="1463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vendas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2968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2987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Comissão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09760" y="2987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1 850 MT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4492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4511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509760" y="4511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47 200 MT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51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Simulador de Obrigações do Tesouro Moz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obrigação (12, 24, 36 meses), valor, taxa de juro; projecta retorno bruto, IRPS sobre juros, e líquido.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taxas BCM/MEF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LÍQUIDO 24M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38160" y="1828800"/>
            <a:ext cx="3291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118 540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138160" y="5715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Investido: 100 000 MT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51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Directório de Restaurantes em Maputo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filtrável por bairro (Polana, Sommerschield, Baixa) e tipo de cozinha. Cada restaurante: nome, descrição, preços, foto.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30-50 entradas curadas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Cervejaria Continental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509760" y="1463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Baixa, 250-400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2968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2987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Mundo's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09760" y="2987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Polana, 400-700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4492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4511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Costa do Sol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509760" y="4511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Costa, 200-350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51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Calculadora de Distâncias entre Cidades Moz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 origem e destino; mostra distância rodoviária, tempo estimado, e custo de combustível.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matriz de distâncias JSON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MAPUTO -&gt; BEIRA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38160" y="1828800"/>
            <a:ext cx="3291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6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1 191 km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138160" y="5715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16h, ~9 500 MT em combustível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51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Calendário de Feriados Moçambicanos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★☆☆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todos os feriados oficiais do ano (Independência, Mulher Moçambicana, etc) com descrição histórica. Conta dias até ao próximo.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 oficiais hard-coded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Abril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509760" y="1463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Mulher Moçambicana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2968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2987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Maio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09760" y="2987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Trabalhador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4492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4511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Junho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509760" y="4511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Independência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51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Mapa de Rotas dos Chapas em Maputo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interactivo com rotas principais (Magoanine-Baixa, Hulene-Praça) e pontos-chave.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GeoJSON curado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Hulene -&gt; Praça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509760" y="1463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km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2968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2987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Magoanine -&gt; Baixa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09760" y="2987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km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4492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4511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Costa -&gt; Aeroporto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509760" y="4511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km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51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Tradutor de Saudações para Línguas Moz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★☆☆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 uma língua (Changana, Macua, Sena, Ndau) e mostra como dizer saudações comuns. Inclui transcrição fonética.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com referências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dia (Changana)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509760" y="1463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Avuxeni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2968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2987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(Changana)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09760" y="2987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Kanimambo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4492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4511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Adeus (Changana)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509760" y="4511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Salani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51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Conversor de Endereços Informais Maputo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Maputo muitos endereços são informais. App permite registar pontos de referência e cria descrição estruturada para partilhar.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+ localStorage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50876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138160" y="1691640"/>
            <a:ext cx="3291840" cy="121920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1312" y="1691640"/>
            <a:ext cx="3200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 Eduardo Mondlane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138160" y="300228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3185160"/>
            <a:ext cx="3291840" cy="121920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3185160"/>
            <a:ext cx="3200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Junto à Brioche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541520"/>
            <a:ext cx="3291840" cy="1310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2" name="Text 20"/>
          <p:cNvSpPr/>
          <p:nvPr/>
        </p:nvSpPr>
        <p:spPr>
          <a:xfrm>
            <a:off x="8138160" y="4541520"/>
            <a:ext cx="3291840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Partilhar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 / 51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Boilerplate Django/FastAPI para Projectos Moz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CLI: pergunta nome do projecto e cria pasta com Django/FastAPI configurado: timezone Africa/Maputo, locale pt_MZ, MZN como moeda padrão, validador NUIT.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Cookiecutter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0" y="1508760"/>
            <a:ext cx="2743200" cy="1402080"/>
          </a:xfrm>
          <a:prstGeom prst="rect">
            <a:avLst/>
          </a:prstGeom>
          <a:solidFill>
            <a:srgbClr val="FEF3C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0" y="1508760"/>
            <a:ext cx="256032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create-mz-project loja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138160" y="3002280"/>
            <a:ext cx="2743200" cy="140208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3002280"/>
            <a:ext cx="256032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Criando...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38160" y="4495800"/>
            <a:ext cx="2743200" cy="140208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4495800"/>
            <a:ext cx="256032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pronto. cd loja &amp;&amp; python manage.py runserver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47 / 51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Visualizador de Logs Mobile em Português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logs do logcat (Android), aplica regex para extrair timestamps, severidade, e mensagens. Tradução automática de erros comuns.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 + regex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12:34 ERROR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509760" y="1463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NullPointer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2968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2987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12:35 WARN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09760" y="2987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Memória baixa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4492752"/>
            <a:ext cx="3291840" cy="0"/>
          </a:xfrm>
          <a:prstGeom prst="line">
            <a:avLst/>
          </a:prstGeom>
          <a:noFill/>
          <a:ln w="6350">
            <a:solidFill>
              <a:srgbClr val="E7E5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4511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12:36 INFO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509760" y="4511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iniciada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 / 51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Gerador de READMEs em Português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ou web app que faz perguntas (nome, descrição, stack, instalação) e gera README.md profissional em português, com badges, índice, e secções padrão.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+ templates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38160" y="1508760"/>
            <a:ext cx="2743200" cy="102870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1508760"/>
            <a:ext cx="256032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do projecto?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686800" y="2628900"/>
            <a:ext cx="2743200" cy="1028700"/>
          </a:xfrm>
          <a:prstGeom prst="rect">
            <a:avLst/>
          </a:prstGeom>
          <a:solidFill>
            <a:srgbClr val="FEF3C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0" y="2628900"/>
            <a:ext cx="256032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metical-conv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38160" y="3749040"/>
            <a:ext cx="2743200" cy="1028700"/>
          </a:xfrm>
          <a:prstGeom prst="rect">
            <a:avLst/>
          </a:prstGeom>
          <a:solidFill>
            <a:srgbClr val="FAFAF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3749040"/>
            <a:ext cx="256032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Stack?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0" y="4869180"/>
            <a:ext cx="2743200" cy="1028700"/>
          </a:xfrm>
          <a:prstGeom prst="rect">
            <a:avLst/>
          </a:prstGeom>
          <a:solidFill>
            <a:srgbClr val="FEF3C7"/>
          </a:solidFill>
          <a:ln w="6350">
            <a:solidFill>
              <a:srgbClr val="E7E5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0" y="4869180"/>
            <a:ext cx="256032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Express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 / 51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384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workshop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881360" y="36576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88136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50" kern="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 de Velocidade de Internet com Histórico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44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 testes de velocidade periodicamente (ping, download, upload) e guarda histórico. Gráfico das últimas 24h e uptime/médias por operadora.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68580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6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speedtest + sqlite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32588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25400" dir="5400000">
              <a:srgbClr val="1C191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1463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últimas 24h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38160" y="3374136"/>
            <a:ext cx="411480" cy="749808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49640" y="4123944"/>
            <a:ext cx="411480" cy="-1124712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61120" y="2999232"/>
            <a:ext cx="411480" cy="562356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72600" y="3561588"/>
            <a:ext cx="411480" cy="-374904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84080" y="3186684"/>
            <a:ext cx="411480" cy="749808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195560" y="3936492"/>
            <a:ext cx="411480" cy="-937260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07040" y="2999232"/>
            <a:ext cx="411480" cy="374904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18520" y="3374136"/>
            <a:ext cx="411480" cy="-562356"/>
          </a:xfrm>
          <a:prstGeom prst="line">
            <a:avLst/>
          </a:prstGeom>
          <a:noFill/>
          <a:ln w="31750">
            <a:solidFill>
              <a:srgbClr val="D4A01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365992" y="2747772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8160" y="5715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12.3 Mbps avg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 / 51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411480" cy="41148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-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Bom trabalho.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Agora é a tua vez.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EF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um dos 40 projectos. Escreve o spec-kit. Liga o agente.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114800"/>
            <a:ext cx="3566160" cy="1554480"/>
          </a:xfrm>
          <a:prstGeom prst="rect">
            <a:avLst/>
          </a:prstGeom>
          <a:solidFill>
            <a:srgbClr val="1C1917"/>
          </a:solidFill>
          <a:ln w="19050">
            <a:solidFill>
              <a:srgbClr val="D4A01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251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4A0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4526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Specs, skills, dados, mocks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5074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F3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github.com/&lt;utilizador&gt;/&lt;repo&gt;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80560" y="4114800"/>
            <a:ext cx="3566160" cy="1554480"/>
          </a:xfrm>
          <a:prstGeom prst="rect">
            <a:avLst/>
          </a:prstGeom>
          <a:solidFill>
            <a:srgbClr val="1C1917"/>
          </a:solidFill>
          <a:ln w="1905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4251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4A0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WHATSAPP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4526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 e dúvidas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63440" y="5074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F3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 partilhado no vídeo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321040" y="4114800"/>
            <a:ext cx="3566160" cy="1554480"/>
          </a:xfrm>
          <a:prstGeom prst="rect">
            <a:avLst/>
          </a:prstGeom>
          <a:solidFill>
            <a:srgbClr val="1C1917"/>
          </a:solidFill>
          <a:ln w="19050">
            <a:solidFill>
              <a:srgbClr val="D4A01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4251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4A0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RECURSOS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03920" y="4526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e LlamaCPP partilhados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03920" y="5074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F3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Anunciados no grupo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 aberto. Licenças mistas — ver LICENSE no repositório.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Spec-Driven Development com Claude Code</dc:title>
  <dc:subject>PptxGenJS Presentation</dc:subject>
  <dc:creator>Spec-Driven Workshop</dc:creator>
  <cp:lastModifiedBy>Spec-Driven Workshop</cp:lastModifiedBy>
  <cp:revision>1</cp:revision>
  <dcterms:created xsi:type="dcterms:W3CDTF">2026-04-25T12:18:53Z</dcterms:created>
  <dcterms:modified xsi:type="dcterms:W3CDTF">2026-04-25T12:18:53Z</dcterms:modified>
</cp:coreProperties>
</file>